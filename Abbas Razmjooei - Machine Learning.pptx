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8" r:id="rId7"/>
    <p:sldId id="262" r:id="rId8"/>
    <p:sldId id="263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33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3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64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00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11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2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79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2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4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027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879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51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877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102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942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28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C17C3-E481-45A5-AEDE-250670E72D06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7C1B81-1A17-42A2-B9F4-5750BF34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47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en-US" dirty="0" smtClean="0">
                <a:cs typeface="B Nazanin" panose="00000400000000000000" pitchFamily="2" charset="-78"/>
              </a:rPr>
              <a:t>Machine Learning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rtl="1"/>
            <a:r>
              <a:rPr lang="fa-IR" dirty="0" smtClean="0">
                <a:cs typeface="B Nazanin" panose="00000400000000000000" pitchFamily="2" charset="-78"/>
              </a:rPr>
              <a:t>نام درس: هوش مصنوعی</a:t>
            </a:r>
          </a:p>
          <a:p>
            <a:pPr rtl="1"/>
            <a:r>
              <a:rPr lang="fa-IR" dirty="0" smtClean="0">
                <a:cs typeface="B Nazanin" panose="00000400000000000000" pitchFamily="2" charset="-78"/>
              </a:rPr>
              <a:t>استاد: دکتر عصائی</a:t>
            </a:r>
          </a:p>
          <a:p>
            <a:pPr rtl="1"/>
            <a:r>
              <a:rPr lang="fa-IR" dirty="0" smtClean="0">
                <a:cs typeface="B Nazanin" panose="00000400000000000000" pitchFamily="2" charset="-78"/>
              </a:rPr>
              <a:t>دانشجو: عباس رزمجوئی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23756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عناوین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1- </a:t>
            </a:r>
            <a:r>
              <a:rPr lang="en-US" dirty="0" smtClean="0">
                <a:cs typeface="B Nazanin" panose="00000400000000000000" pitchFamily="2" charset="-78"/>
              </a:rPr>
              <a:t>Machine Learning</a:t>
            </a:r>
            <a:r>
              <a:rPr lang="fa-IR" dirty="0" smtClean="0">
                <a:cs typeface="B Nazanin" panose="00000400000000000000" pitchFamily="2" charset="-78"/>
              </a:rPr>
              <a:t> چیست؟</a:t>
            </a:r>
            <a:endParaRPr lang="en-US" dirty="0" smtClean="0">
              <a:cs typeface="B Nazanin" panose="00000400000000000000" pitchFamily="2" charset="-78"/>
            </a:endParaRP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2- کاربردهای </a:t>
            </a:r>
            <a:r>
              <a:rPr lang="en-US" dirty="0" smtClean="0">
                <a:cs typeface="B Nazanin" panose="00000400000000000000" pitchFamily="2" charset="-78"/>
              </a:rPr>
              <a:t>Machine Learning</a:t>
            </a: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3- </a:t>
            </a:r>
            <a:r>
              <a:rPr lang="fa-IR" dirty="0">
                <a:cs typeface="B Nazanin" panose="00000400000000000000" pitchFamily="2" charset="-78"/>
              </a:rPr>
              <a:t>ساخت </a:t>
            </a:r>
            <a:r>
              <a:rPr lang="en-US" dirty="0" smtClean="0">
                <a:cs typeface="B Nazanin" panose="00000400000000000000" pitchFamily="2" charset="-78"/>
              </a:rPr>
              <a:t>Model</a:t>
            </a:r>
            <a:endParaRPr lang="fa-IR" dirty="0" smtClean="0">
              <a:cs typeface="B Nazanin" panose="00000400000000000000" pitchFamily="2" charset="-78"/>
            </a:endParaRP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4- </a:t>
            </a:r>
            <a:r>
              <a:rPr lang="fa-IR" dirty="0">
                <a:cs typeface="B Nazanin" panose="00000400000000000000" pitchFamily="2" charset="-78"/>
              </a:rPr>
              <a:t>تقسیم بندی الگوریتم های </a:t>
            </a:r>
            <a:r>
              <a:rPr lang="en-US" dirty="0">
                <a:cs typeface="B Nazanin" panose="00000400000000000000" pitchFamily="2" charset="-78"/>
              </a:rPr>
              <a:t>Machine Learning</a:t>
            </a:r>
            <a:r>
              <a:rPr lang="fa-IR" dirty="0">
                <a:cs typeface="B Nazanin" panose="00000400000000000000" pitchFamily="2" charset="-78"/>
              </a:rPr>
              <a:t> </a:t>
            </a:r>
            <a:endParaRPr lang="en-US" dirty="0" smtClean="0">
              <a:cs typeface="B Nazanin" panose="00000400000000000000" pitchFamily="2" charset="-78"/>
            </a:endParaRP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5- </a:t>
            </a:r>
            <a:r>
              <a:rPr lang="en-US" dirty="0" smtClean="0">
                <a:cs typeface="B Nazanin" panose="00000400000000000000" pitchFamily="2" charset="-78"/>
              </a:rPr>
              <a:t>Supervised</a:t>
            </a:r>
            <a:endParaRPr lang="en-US" dirty="0" smtClean="0">
              <a:cs typeface="B Nazanin" panose="00000400000000000000" pitchFamily="2" charset="-78"/>
            </a:endParaRP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6- </a:t>
            </a:r>
            <a:r>
              <a:rPr lang="en-US" dirty="0" smtClean="0">
                <a:cs typeface="B Nazanin" panose="00000400000000000000" pitchFamily="2" charset="-78"/>
              </a:rPr>
              <a:t> </a:t>
            </a:r>
            <a:r>
              <a:rPr lang="en-US" dirty="0" err="1">
                <a:cs typeface="B Nazanin" panose="00000400000000000000" pitchFamily="2" charset="-78"/>
              </a:rPr>
              <a:t>UnSupervised</a:t>
            </a:r>
            <a:endParaRPr lang="fa-IR" dirty="0" smtClean="0">
              <a:cs typeface="B Nazanin" panose="00000400000000000000" pitchFamily="2" charset="-78"/>
            </a:endParaRP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7- منابع</a:t>
            </a:r>
          </a:p>
        </p:txBody>
      </p:sp>
    </p:spTree>
    <p:extLst>
      <p:ext uri="{BB962C8B-B14F-4D97-AF65-F5344CB8AC3E}">
        <p14:creationId xmlns:p14="http://schemas.microsoft.com/office/powerpoint/2010/main" val="233483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827451"/>
            <a:ext cx="9601195" cy="5213350"/>
          </a:xfrm>
        </p:spPr>
      </p:pic>
    </p:spTree>
    <p:extLst>
      <p:ext uri="{BB962C8B-B14F-4D97-AF65-F5344CB8AC3E}">
        <p14:creationId xmlns:p14="http://schemas.microsoft.com/office/powerpoint/2010/main" val="59995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256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982133"/>
            <a:ext cx="9601196" cy="4893206"/>
          </a:xfrm>
        </p:spPr>
      </p:pic>
    </p:spTree>
    <p:extLst>
      <p:ext uri="{BB962C8B-B14F-4D97-AF65-F5344CB8AC3E}">
        <p14:creationId xmlns:p14="http://schemas.microsoft.com/office/powerpoint/2010/main" val="392010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sz="4800" dirty="0">
                <a:cs typeface="B Nazanin" panose="00000400000000000000" pitchFamily="2" charset="-78"/>
              </a:rPr>
              <a:t>ساخت </a:t>
            </a:r>
            <a:r>
              <a:rPr lang="en-US" sz="4800" dirty="0" smtClean="0">
                <a:cs typeface="B Nazanin" panose="00000400000000000000" pitchFamily="2" charset="-78"/>
              </a:rPr>
              <a:t>Model</a:t>
            </a:r>
            <a:endParaRPr lang="en-US" sz="48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504" y="2560638"/>
            <a:ext cx="4084320" cy="3309937"/>
          </a:xfrm>
        </p:spPr>
      </p:pic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50" y="3405615"/>
            <a:ext cx="4718050" cy="1619982"/>
          </a:xfrm>
        </p:spPr>
      </p:pic>
    </p:spTree>
    <p:extLst>
      <p:ext uri="{BB962C8B-B14F-4D97-AF65-F5344CB8AC3E}">
        <p14:creationId xmlns:p14="http://schemas.microsoft.com/office/powerpoint/2010/main" val="129896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fa-IR" sz="4000" dirty="0">
                <a:cs typeface="B Nazanin" panose="00000400000000000000" pitchFamily="2" charset="-78"/>
              </a:rPr>
              <a:t>تقسیم بندی الگوریتم های </a:t>
            </a:r>
            <a:r>
              <a:rPr lang="en-US" sz="4000" dirty="0">
                <a:cs typeface="B Nazanin" panose="00000400000000000000" pitchFamily="2" charset="-78"/>
              </a:rPr>
              <a:t>Machine Learning</a:t>
            </a:r>
            <a:endParaRPr 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766" y="2708366"/>
            <a:ext cx="8421187" cy="2865119"/>
          </a:xfrm>
        </p:spPr>
      </p:pic>
    </p:spTree>
    <p:extLst>
      <p:ext uri="{BB962C8B-B14F-4D97-AF65-F5344CB8AC3E}">
        <p14:creationId xmlns:p14="http://schemas.microsoft.com/office/powerpoint/2010/main" val="356495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cs typeface="B Nazanin" panose="00000400000000000000" pitchFamily="2" charset="-78"/>
              </a:rPr>
              <a:t>Supervised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040" y="2762504"/>
            <a:ext cx="7995920" cy="2907792"/>
          </a:xfrm>
        </p:spPr>
      </p:pic>
    </p:spTree>
    <p:extLst>
      <p:ext uri="{BB962C8B-B14F-4D97-AF65-F5344CB8AC3E}">
        <p14:creationId xmlns:p14="http://schemas.microsoft.com/office/powerpoint/2010/main" val="285816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B Nazanin" panose="00000400000000000000" pitchFamily="2" charset="-78"/>
              </a:rPr>
              <a:t>UnSupervised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710" y="2557463"/>
            <a:ext cx="7832579" cy="3317875"/>
          </a:xfrm>
        </p:spPr>
      </p:pic>
    </p:spTree>
    <p:extLst>
      <p:ext uri="{BB962C8B-B14F-4D97-AF65-F5344CB8AC3E}">
        <p14:creationId xmlns:p14="http://schemas.microsoft.com/office/powerpoint/2010/main" val="3866942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690" y="1325884"/>
            <a:ext cx="8158688" cy="859967"/>
          </a:xfrm>
        </p:spPr>
        <p:txBody>
          <a:bodyPr>
            <a:normAutofit/>
          </a:bodyPr>
          <a:lstStyle/>
          <a:p>
            <a:r>
              <a:rPr lang="fa-IR" dirty="0" smtClean="0">
                <a:cs typeface="B Nazanin" panose="00000400000000000000" pitchFamily="2" charset="-78"/>
              </a:rPr>
              <a:t>منابع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2015065" y="3846051"/>
            <a:ext cx="8158690" cy="2232532"/>
          </a:xfrm>
        </p:spPr>
        <p:txBody>
          <a:bodyPr/>
          <a:lstStyle/>
          <a:p>
            <a:pPr algn="r" rtl="1"/>
            <a:r>
              <a:rPr lang="en-US" dirty="0" smtClean="0">
                <a:cs typeface="B Nazanin" panose="00000400000000000000" pitchFamily="2" charset="-78"/>
              </a:rPr>
              <a:t>Iso.org</a:t>
            </a:r>
          </a:p>
          <a:p>
            <a:pPr algn="r" rtl="1"/>
            <a:r>
              <a:rPr lang="en-US" dirty="0" smtClean="0">
                <a:cs typeface="B Nazanin" panose="00000400000000000000" pitchFamily="2" charset="-78"/>
              </a:rPr>
              <a:t>Mitsloan.mit.edu</a:t>
            </a:r>
          </a:p>
          <a:p>
            <a:pPr algn="r" rtl="1"/>
            <a:r>
              <a:rPr lang="en-US" dirty="0" smtClean="0">
                <a:cs typeface="B Nazanin" panose="00000400000000000000" pitchFamily="2" charset="-78"/>
              </a:rPr>
              <a:t>Karboom.io</a:t>
            </a:r>
          </a:p>
          <a:p>
            <a:pPr algn="r" rtl="1"/>
            <a:r>
              <a:rPr lang="en-US" dirty="0" smtClean="0">
                <a:cs typeface="B Nazanin" panose="00000400000000000000" pitchFamily="2" charset="-78"/>
              </a:rPr>
              <a:t>Amerandish.com</a:t>
            </a:r>
          </a:p>
        </p:txBody>
      </p:sp>
    </p:spTree>
    <p:extLst>
      <p:ext uri="{BB962C8B-B14F-4D97-AF65-F5344CB8AC3E}">
        <p14:creationId xmlns:p14="http://schemas.microsoft.com/office/powerpoint/2010/main" val="968023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642</TotalTime>
  <Words>56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 Nazanin</vt:lpstr>
      <vt:lpstr>Garamond</vt:lpstr>
      <vt:lpstr>Organic</vt:lpstr>
      <vt:lpstr>Machine Learning</vt:lpstr>
      <vt:lpstr>عناوین</vt:lpstr>
      <vt:lpstr>PowerPoint Presentation</vt:lpstr>
      <vt:lpstr>PowerPoint Presentation</vt:lpstr>
      <vt:lpstr>ساخت Model</vt:lpstr>
      <vt:lpstr>تقسیم بندی الگوریتم های Machine Learning</vt:lpstr>
      <vt:lpstr>Supervised</vt:lpstr>
      <vt:lpstr>UnSupervised</vt:lpstr>
      <vt:lpstr>منابع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Abbas</dc:creator>
  <cp:lastModifiedBy>Abbas</cp:lastModifiedBy>
  <cp:revision>25</cp:revision>
  <dcterms:created xsi:type="dcterms:W3CDTF">2024-03-30T17:41:41Z</dcterms:created>
  <dcterms:modified xsi:type="dcterms:W3CDTF">2024-05-01T08:37:17Z</dcterms:modified>
</cp:coreProperties>
</file>